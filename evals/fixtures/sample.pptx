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2025年度经营计划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战略规划部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年度目标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营收增长 20%</a:t>
            </a:r>
          </a:p>
          <a:p>
            <a:r>
              <a:t>成本下降 5%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当前面临的问题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问题一：文档分散在多个共享目录，查找困难</a:t>
            </a:r>
          </a:p>
          <a:p>
            <a:r>
              <a:t>问题二：格式不统一，难以批量理解</a:t>
            </a:r>
          </a:p>
          <a:p>
            <a:r>
              <a:t>问题三：版本混乱，无法追踪变化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季度目标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762000">
                <a:tc>
                  <a:txBody>
                    <a:bodyPr/>
                    <a:lstStyle/>
                    <a:p>
                      <a:r>
                        <a:t>季度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目标(亿元)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负责人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张伟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李娜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